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6" r:id="rId9"/>
    <p:sldId id="267" r:id="rId10"/>
    <p:sldId id="268" r:id="rId11"/>
    <p:sldId id="270" r:id="rId12"/>
  </p:sldIdLst>
  <p:sldSz cx="9144000" cy="5143500" type="screen16x9"/>
  <p:notesSz cx="6858000" cy="9144000"/>
  <p:embeddedFontLst>
    <p:embeddedFont>
      <p:font typeface="Google Sans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a4e890203a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a4e890203a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1ef99d2c9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1ef99d2c9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1ef99d2c91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1ef99d2c91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ef99d2c9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1ef99d2c9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ef99d2c9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1ef99d2c9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ef99d2c9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ef99d2c9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ef99d2c91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1ef99d2c91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ef99d2c91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ef99d2c91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ef99d2c9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1ef99d2c9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ef99d2c9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1ef99d2c9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lphaLcPeriod"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Team name: Randi Rona </a:t>
            </a: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lphaLcPeriod"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Team leader name: Mulla Umar Bakhtiyar </a:t>
            </a: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lphaLcPeriod"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GB" sz="1800" b="1" dirty="0" err="1">
                <a:latin typeface="Google Sans"/>
                <a:ea typeface="Google Sans"/>
                <a:cs typeface="Google Sans"/>
                <a:sym typeface="Google Sans"/>
              </a:rPr>
              <a:t>Pata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Nahi Jo </a:t>
            </a:r>
            <a:r>
              <a:rPr lang="en-GB" sz="1800" b="1" dirty="0" err="1">
                <a:latin typeface="Google Sans"/>
                <a:ea typeface="Google Sans"/>
                <a:cs typeface="Google Sans"/>
                <a:sym typeface="Google Sans"/>
              </a:rPr>
              <a:t>Pasand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GB" sz="1800" b="1" dirty="0" err="1">
                <a:latin typeface="Google Sans"/>
                <a:ea typeface="Google Sans"/>
                <a:cs typeface="Google Sans"/>
                <a:sym typeface="Google Sans"/>
              </a:rPr>
              <a:t>Aajaye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GB" sz="1800" b="1" dirty="0" err="1">
                <a:latin typeface="Google Sans"/>
                <a:ea typeface="Google Sans"/>
                <a:cs typeface="Google Sans"/>
                <a:sym typeface="Google Sans"/>
              </a:rPr>
              <a:t>rakh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loo </a:t>
            </a:r>
            <a:r>
              <a:rPr lang="en-GB" sz="1800" b="1" dirty="0" err="1">
                <a:latin typeface="Google Sans"/>
                <a:ea typeface="Google Sans"/>
                <a:cs typeface="Google Sans"/>
                <a:sym typeface="Google Sans"/>
              </a:rPr>
              <a:t>mkc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GB" sz="1800" b="1" dirty="0" err="1">
                <a:latin typeface="Google Sans"/>
                <a:ea typeface="Google Sans"/>
                <a:cs typeface="Google Sans"/>
                <a:sym typeface="Google Sans"/>
              </a:rPr>
              <a:t>tumhari</a:t>
            </a: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92959" y="581130"/>
            <a:ext cx="8441441" cy="398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600" b="1" dirty="0"/>
              <a:t>🧪 </a:t>
            </a:r>
            <a:r>
              <a:rPr lang="en-IN" sz="1600" b="1" u="sng" dirty="0"/>
              <a:t>Unani Medicine Recommendation System</a:t>
            </a:r>
          </a:p>
          <a:p>
            <a:endParaRPr lang="en-IN" sz="1600" b="1" dirty="0"/>
          </a:p>
          <a:p>
            <a:r>
              <a:rPr lang="en-IN" sz="1600" dirty="0"/>
              <a:t>This project is a </a:t>
            </a:r>
            <a:r>
              <a:rPr lang="en-IN" sz="1600" b="1" dirty="0"/>
              <a:t>Django-based web app</a:t>
            </a:r>
            <a:r>
              <a:rPr lang="en-IN" sz="1600" dirty="0"/>
              <a:t> that provides </a:t>
            </a:r>
            <a:r>
              <a:rPr lang="en-IN" sz="1600" b="1" dirty="0"/>
              <a:t>Unani medicine suggestions</a:t>
            </a:r>
            <a:r>
              <a:rPr lang="en-IN" sz="1600" dirty="0"/>
              <a:t> using </a:t>
            </a:r>
            <a:r>
              <a:rPr lang="en-IN" sz="1600" b="1" dirty="0"/>
              <a:t>Google’s Gemini API</a:t>
            </a:r>
            <a:r>
              <a:rPr lang="en-IN" sz="1600" dirty="0"/>
              <a:t>. It combines traditional healing with modern AI to recommend natural remedies for common health issues.</a:t>
            </a:r>
          </a:p>
          <a:p>
            <a:r>
              <a:rPr lang="en-IN" sz="1600" b="1" dirty="0"/>
              <a:t>🔧 </a:t>
            </a:r>
            <a:r>
              <a:rPr lang="en-IN" sz="1600" b="1" u="sng" dirty="0"/>
              <a:t>Key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User Authentication</a:t>
            </a:r>
            <a:r>
              <a:rPr lang="en-IN" sz="1600" dirty="0"/>
              <a:t>: Secure login &amp; registration.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AI Integration</a:t>
            </a:r>
            <a:r>
              <a:rPr lang="en-IN" sz="1600" dirty="0"/>
              <a:t>: Gemini API processes user symptoms and returns tailored remedies.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Ingredient Extraction</a:t>
            </a:r>
            <a:r>
              <a:rPr lang="en-IN" sz="1600" dirty="0"/>
              <a:t>: System parses responses to list Unani ingredients.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Database Support</a:t>
            </a:r>
            <a:r>
              <a:rPr lang="en-IN" sz="1600" dirty="0"/>
              <a:t>: Uses SQLite to store users, chats, and remedy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Clean UI</a:t>
            </a:r>
            <a:r>
              <a:rPr lang="en-IN" sz="1600" dirty="0"/>
              <a:t>: Built with Django templates, HTML &amp; CSS.</a:t>
            </a:r>
          </a:p>
          <a:p>
            <a:r>
              <a:rPr lang="en-IN" sz="1600" b="1" dirty="0"/>
              <a:t>🌿 </a:t>
            </a:r>
            <a:r>
              <a:rPr lang="en-IN" sz="1600" b="1" u="sng" dirty="0"/>
              <a:t>Unani Logic:</a:t>
            </a:r>
          </a:p>
          <a:p>
            <a:r>
              <a:rPr lang="en-IN" sz="1600" dirty="0"/>
              <a:t>Illness keywords are mapped to traditional remedies (e.g., </a:t>
            </a:r>
            <a:r>
              <a:rPr lang="en-IN" sz="1600" i="1" dirty="0"/>
              <a:t>fever → </a:t>
            </a:r>
            <a:r>
              <a:rPr lang="en-IN" sz="1600" i="1" dirty="0" err="1"/>
              <a:t>Joshanda</a:t>
            </a:r>
            <a:r>
              <a:rPr lang="en-IN" sz="1600" dirty="0"/>
              <a:t>, </a:t>
            </a:r>
            <a:r>
              <a:rPr lang="en-IN" sz="1600" i="1" dirty="0"/>
              <a:t>headache → </a:t>
            </a:r>
            <a:r>
              <a:rPr lang="en-IN" sz="1600" i="1" dirty="0" err="1"/>
              <a:t>Arq</a:t>
            </a:r>
            <a:r>
              <a:rPr lang="en-IN" sz="1600" i="1" dirty="0"/>
              <a:t> Gulab</a:t>
            </a:r>
            <a:r>
              <a:rPr lang="en-IN" sz="1600" dirty="0"/>
              <a:t>) based on Unani principles.</a:t>
            </a:r>
          </a:p>
          <a:p>
            <a:r>
              <a:rPr lang="en-IN" sz="1600" dirty="0"/>
              <a:t>This smart fusion of AI and ancient medicine delivers an intuitive and reliable user experience.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0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146078" y="553775"/>
            <a:ext cx="8737727" cy="441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🔍 Opportunities</a:t>
            </a:r>
          </a:p>
          <a:p>
            <a:endParaRPr lang="en-US" b="1" dirty="0"/>
          </a:p>
          <a:p>
            <a:r>
              <a:rPr lang="en-US" b="1" dirty="0"/>
              <a:t>A.) </a:t>
            </a:r>
            <a:r>
              <a:rPr lang="en-US" b="1" u="sng" dirty="0"/>
              <a:t>How is it different from existing ideas?</a:t>
            </a:r>
          </a:p>
          <a:p>
            <a:r>
              <a:rPr lang="en-US" dirty="0"/>
              <a:t>Most AI health assistants focus on </a:t>
            </a:r>
            <a:r>
              <a:rPr lang="en-US" b="1" dirty="0"/>
              <a:t>modern allopathic treatments</a:t>
            </a:r>
            <a:r>
              <a:rPr lang="en-US" dirty="0"/>
              <a:t>. Our system uniquely combines </a:t>
            </a:r>
            <a:r>
              <a:rPr lang="en-US" b="1" dirty="0"/>
              <a:t>Unani healing principles</a:t>
            </a:r>
            <a:r>
              <a:rPr lang="en-US" dirty="0"/>
              <a:t> with </a:t>
            </a:r>
            <a:r>
              <a:rPr lang="en-US" b="1" dirty="0"/>
              <a:t>AI-driven personalization</a:t>
            </a:r>
            <a:r>
              <a:rPr lang="en-US" dirty="0"/>
              <a:t>, offering natural, side-effect-free remedies. It’s a niche yet unexplored fusion of </a:t>
            </a:r>
            <a:r>
              <a:rPr lang="en-US" b="1" dirty="0"/>
              <a:t>traditional medicine and AI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B.) </a:t>
            </a:r>
            <a:r>
              <a:rPr lang="en-US" b="1" u="sng" dirty="0"/>
              <a:t>How does it solve the problem?</a:t>
            </a:r>
          </a:p>
          <a:p>
            <a:r>
              <a:rPr lang="en-US" dirty="0"/>
              <a:t>It helps users get </a:t>
            </a:r>
            <a:r>
              <a:rPr lang="en-US" b="1" dirty="0"/>
              <a:t>quick, reliable, and personalized Unani remedies</a:t>
            </a:r>
            <a:r>
              <a:rPr lang="en-US" dirty="0"/>
              <a:t> for common ailments without needing a physical consultation. Through </a:t>
            </a:r>
            <a:r>
              <a:rPr lang="en-US" b="1" dirty="0"/>
              <a:t>natural language understanding</a:t>
            </a:r>
            <a:r>
              <a:rPr lang="en-US" dirty="0"/>
              <a:t>, it suggests traditional treatments that are </a:t>
            </a:r>
            <a:r>
              <a:rPr lang="en-US" b="1" dirty="0"/>
              <a:t>easily accessible and culturally familiar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C.) </a:t>
            </a:r>
            <a:r>
              <a:rPr lang="en-US" b="1" u="sng" dirty="0"/>
              <a:t>USP of the Proposed Solution: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First-of-its-kind </a:t>
            </a:r>
            <a:r>
              <a:rPr lang="en-US" b="1" dirty="0"/>
              <a:t>Unani + AI integration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Gemini API</a:t>
            </a:r>
            <a:r>
              <a:rPr lang="en-US" dirty="0"/>
              <a:t> for accurate remedy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Ingredient extraction</a:t>
            </a:r>
            <a:r>
              <a:rPr lang="en-US" dirty="0"/>
              <a:t> for transparency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Lightweight, user-friendly</a:t>
            </a:r>
            <a:r>
              <a:rPr lang="en-US" dirty="0"/>
              <a:t> web app built in Django</a:t>
            </a:r>
          </a:p>
          <a:p>
            <a:r>
              <a:rPr lang="en-US" dirty="0"/>
              <a:t>This system modernizes ancient wisdom, making Unani medicine more </a:t>
            </a:r>
            <a:r>
              <a:rPr lang="en-US" b="1" dirty="0"/>
              <a:t>accessible and personalized</a:t>
            </a:r>
            <a:r>
              <a:rPr lang="en-US" dirty="0"/>
              <a:t> for today’s digital users.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179513" y="731948"/>
            <a:ext cx="8540741" cy="366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✅ </a:t>
            </a:r>
            <a:r>
              <a:rPr lang="en-US" sz="1600" b="1" u="sng" dirty="0"/>
              <a:t>Features Offered by the Solution</a:t>
            </a:r>
          </a:p>
          <a:p>
            <a:pPr marL="342900" indent="-342900">
              <a:buFont typeface="+mj-lt"/>
              <a:buAutoNum type="arabicPeriod"/>
            </a:pPr>
            <a:endParaRPr lang="en-US" sz="1600" b="1" dirty="0"/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User Authentication</a:t>
            </a:r>
            <a:r>
              <a:rPr lang="en-US" sz="1600" dirty="0"/>
              <a:t>: Secure login and registration system for personalized access.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AI-Based Remedy Generator</a:t>
            </a:r>
            <a:r>
              <a:rPr lang="en-US" sz="1600" dirty="0"/>
              <a:t>: Utilizes the </a:t>
            </a:r>
            <a:r>
              <a:rPr lang="en-US" sz="1600" b="1" dirty="0"/>
              <a:t>Gemini API</a:t>
            </a:r>
            <a:r>
              <a:rPr lang="en-US" sz="1600" dirty="0"/>
              <a:t> to provide Unani remedies for user queries.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Natural Language Interface</a:t>
            </a:r>
            <a:r>
              <a:rPr lang="en-US" sz="1600" dirty="0"/>
              <a:t>: Users can ask health-related questions in plain language.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Ingredient Extraction</a:t>
            </a:r>
            <a:r>
              <a:rPr lang="en-US" sz="1600" dirty="0"/>
              <a:t>: Clearly lists herbal/natural ingredients in each remedy for transparency and safety.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Conversation History</a:t>
            </a:r>
            <a:r>
              <a:rPr lang="en-US" sz="1600" dirty="0"/>
              <a:t>: Tracks previous chats for easy reference and continuity.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Remedy Storage (Database Integration)</a:t>
            </a:r>
            <a:r>
              <a:rPr lang="en-US" sz="1600" dirty="0"/>
              <a:t>: Saves user queries, remedies, and conversations in a </a:t>
            </a:r>
            <a:r>
              <a:rPr lang="en-US" sz="1600" b="1" dirty="0"/>
              <a:t>SQLite database</a:t>
            </a:r>
            <a:r>
              <a:rPr lang="en-US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Clean UI/UX</a:t>
            </a:r>
            <a:r>
              <a:rPr lang="en-US" sz="1600" dirty="0"/>
              <a:t>: Simple and user-friendly interface for smooth interaction.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Fast Response Time</a:t>
            </a:r>
            <a:r>
              <a:rPr lang="en-US" sz="1600" dirty="0"/>
              <a:t>: Near-instant answers through optimized backend calls.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142342" y="665134"/>
            <a:ext cx="8859315" cy="3733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🔄 </a:t>
            </a:r>
            <a:r>
              <a:rPr lang="en-US" sz="1600" b="1" u="sng" dirty="0"/>
              <a:t>Process Flow / Use-Case Explanation</a:t>
            </a:r>
          </a:p>
          <a:p>
            <a:endParaRPr lang="en-US" sz="1600" b="1" dirty="0"/>
          </a:p>
          <a:p>
            <a:pPr>
              <a:buFont typeface="+mj-lt"/>
              <a:buAutoNum type="arabicPeriod"/>
            </a:pPr>
            <a:r>
              <a:rPr lang="en-US" sz="1600" b="1" dirty="0"/>
              <a:t>User Registration/Login</a:t>
            </a:r>
            <a:br>
              <a:rPr lang="en-US" sz="1600" dirty="0"/>
            </a:br>
            <a:r>
              <a:rPr lang="en-US" sz="1600" dirty="0"/>
              <a:t>Users sign up or log in to access the platform securely.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Input Query</a:t>
            </a:r>
            <a:br>
              <a:rPr lang="en-US" sz="1600" dirty="0"/>
            </a:br>
            <a:r>
              <a:rPr lang="en-US" sz="1600" dirty="0"/>
              <a:t>Users enter their health-related query in natural language.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Query Processing with Gemini API</a:t>
            </a:r>
            <a:br>
              <a:rPr lang="en-US" sz="1600" dirty="0"/>
            </a:br>
            <a:r>
              <a:rPr lang="en-US" sz="1600" dirty="0"/>
              <a:t>The system sends the query to the </a:t>
            </a:r>
            <a:r>
              <a:rPr lang="en-US" sz="1600" b="1" dirty="0"/>
              <a:t>Gemini AI model</a:t>
            </a:r>
            <a:r>
              <a:rPr lang="en-US" sz="1600" dirty="0"/>
              <a:t>, which processes it and generates a suitable Unani remedy.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Response &amp; Remedy Display</a:t>
            </a:r>
            <a:br>
              <a:rPr lang="en-US" sz="1600" dirty="0"/>
            </a:br>
            <a:r>
              <a:rPr lang="en-US" sz="1600" dirty="0"/>
              <a:t>The AI-generated remedy along with ingredients is displayed to the user.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Data Storage (SQLite)</a:t>
            </a:r>
            <a:br>
              <a:rPr lang="en-US" sz="1600" dirty="0"/>
            </a:br>
            <a:r>
              <a:rPr lang="en-US" sz="1600" dirty="0"/>
              <a:t>The query, response, and user details are stored in the database for future reference.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View Past Conversations</a:t>
            </a:r>
            <a:br>
              <a:rPr lang="en-US" sz="1600" dirty="0"/>
            </a:br>
            <a:r>
              <a:rPr lang="en-US" sz="1600" dirty="0"/>
              <a:t>Users can review their chat history and remedies anytime.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/>
        </p:nvSpPr>
        <p:spPr>
          <a:xfrm>
            <a:off x="230523" y="518863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D1E8C2-CD00-00AB-3A4A-A41FD9C24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0550" y="1117663"/>
            <a:ext cx="5299849" cy="35332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12" name="Google Shape;112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pic>
        <p:nvPicPr>
          <p:cNvPr id="113" name="Google Shape;11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 txBox="1"/>
          <p:nvPr/>
        </p:nvSpPr>
        <p:spPr>
          <a:xfrm>
            <a:off x="158825" y="855225"/>
            <a:ext cx="87843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8478CA-0D59-7EB7-5755-203732070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33" y="479891"/>
            <a:ext cx="8207977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Technologies to be used in the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HTML, CSS (for a clean and user-friendly interface)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Django – used for building the server-side logic, handling API calls, and managing user sessions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SQLite – stores user data, conversation history, and Unani remedies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Django's built-in authentication system for secure user login and signup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Integration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Gemini API (Google Generative AI)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using 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google.generativeai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Python SDK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 intelligent, natural language-based recommendations for Unani treatments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user interaction by generating responses dynamically based on symptoms and user prompts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Developed locally using Visual Studio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" name="Google Shape;12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4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B423AD-2745-C9D1-B90A-D31A3090E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649" y="663819"/>
            <a:ext cx="3429000" cy="43406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2DAF58-8AA7-234E-45A4-FDC2C77D3988}"/>
              </a:ext>
            </a:extLst>
          </p:cNvPr>
          <p:cNvSpPr txBox="1"/>
          <p:nvPr/>
        </p:nvSpPr>
        <p:spPr>
          <a:xfrm>
            <a:off x="282734" y="678924"/>
            <a:ext cx="452613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Additional Details / Future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Integration of Google Gemini API</a:t>
            </a:r>
            <a:r>
              <a:rPr lang="en-US" sz="1200" dirty="0"/>
              <a:t> has laid the foundation for intelligent, conversational symptom analysis and remedy suggestions.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Future enhancements may include</a:t>
            </a:r>
            <a:r>
              <a:rPr lang="en-US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Voice input and output</a:t>
            </a:r>
            <a:r>
              <a:rPr lang="en-US" sz="1200" dirty="0"/>
              <a:t> for accessibility and ease of use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Mobile application version</a:t>
            </a:r>
            <a:r>
              <a:rPr lang="en-US" sz="1200" dirty="0"/>
              <a:t> for broader reach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Enhanced recommendation engine</a:t>
            </a:r>
            <a:r>
              <a:rPr lang="en-US" sz="1200" dirty="0"/>
              <a:t> using machine learning models tailored to user history and preferences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Real-time chat with Unani practitioners</a:t>
            </a:r>
            <a:r>
              <a:rPr lang="en-US" sz="1200" dirty="0"/>
              <a:t> for expert consultation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Integration with electronic health records (EHR)</a:t>
            </a:r>
            <a:r>
              <a:rPr lang="en-US" sz="1200" dirty="0"/>
              <a:t> for a more personalized experience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Multilingual support</a:t>
            </a:r>
            <a:r>
              <a:rPr lang="en-US" sz="1200" dirty="0"/>
              <a:t>, enabling users to interact in regional languages for better understanding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Hosting on cloud platforms</a:t>
            </a:r>
            <a:r>
              <a:rPr lang="en-US" sz="1200" dirty="0"/>
              <a:t> (like Firebase or GCP) for scalability and performance</a:t>
            </a:r>
          </a:p>
          <a:p>
            <a:endParaRPr lang="en-IN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5" name="Google Shape;14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804</Words>
  <Application>Microsoft Office PowerPoint</Application>
  <PresentationFormat>On-screen Show (16:9)</PresentationFormat>
  <Paragraphs>80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 Unicode MS</vt:lpstr>
      <vt:lpstr>Arial</vt:lpstr>
      <vt:lpstr>Google Sans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Naish Sayed</cp:lastModifiedBy>
  <cp:revision>2</cp:revision>
  <dcterms:modified xsi:type="dcterms:W3CDTF">2025-04-05T16:17:26Z</dcterms:modified>
</cp:coreProperties>
</file>